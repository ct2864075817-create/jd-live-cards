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0" r:id="rId2"/>
  </p:sldMasterIdLst>
  <p:notesMasterIdLst>
    <p:notesMasterId r:id="rId4"/>
  </p:notesMasterIdLst>
  <p:sldIdLst>
    <p:sldId id="259" r:id="rId3"/>
  </p:sldIdLst>
  <p:sldSz cx="12192000" cy="6858000"/>
  <p:notesSz cx="6858000" cy="9144000"/>
  <p:custDataLst>
    <p:tags r:id="rId5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09"/>
    <p:restoredTop sz="93655" autoAdjust="0"/>
  </p:normalViewPr>
  <p:slideViewPr>
    <p:cSldViewPr snapToGrid="0">
      <p:cViewPr varScale="1">
        <p:scale>
          <a:sx n="71" d="100"/>
          <a:sy n="71" d="100"/>
        </p:scale>
        <p:origin x="27" y="50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48" d="100"/>
          <a:sy n="48" d="100"/>
        </p:scale>
        <p:origin x="2754" y="3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1.xml"/><Relationship Id="rId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tags" Target="tags/tag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7944FE-0438-41E2-8D35-39AEC793BE2A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E598008-CB4A-4A38-BC89-AADF8FC7BDFE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E598008-CB4A-4A38-BC89-AADF8FC7BDFE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5390563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2025/12/19</a:t>
            </a:fld>
            <a:endParaRPr lang="zh-CN" altLang="en-US" dirty="0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D0599DE6-A3F3-A787-5773-1BC31067FDE1}"/>
              </a:ext>
            </a:extLst>
          </p:cNvPr>
          <p:cNvSpPr/>
          <p:nvPr userDrawn="1"/>
        </p:nvSpPr>
        <p:spPr bwMode="auto">
          <a:xfrm>
            <a:off x="563245" y="2821940"/>
            <a:ext cx="3771900" cy="3888105"/>
          </a:xfrm>
          <a:prstGeom prst="roundRect">
            <a:avLst>
              <a:gd name="adj" fmla="val 3492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8334D6E2-7FFE-56FA-1EF5-23F629A8119E}"/>
              </a:ext>
            </a:extLst>
          </p:cNvPr>
          <p:cNvSpPr/>
          <p:nvPr userDrawn="1"/>
        </p:nvSpPr>
        <p:spPr bwMode="auto">
          <a:xfrm>
            <a:off x="163830" y="2796540"/>
            <a:ext cx="348615" cy="3913505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dirty="0">
                <a:latin typeface="JingDongLangZhengTi Semilight" panose="02000500000000000000" pitchFamily="2" charset="-122"/>
                <a:ea typeface="JingDongLangZhengTi Semilight" panose="02000500000000000000" pitchFamily="2" charset="-122"/>
              </a:rPr>
              <a:t>核心卖点</a:t>
            </a:r>
          </a:p>
        </p:txBody>
      </p:sp>
      <p:sp>
        <p:nvSpPr>
          <p:cNvPr id="7" name="圆角矩形 2">
            <a:extLst>
              <a:ext uri="{FF2B5EF4-FFF2-40B4-BE49-F238E27FC236}">
                <a16:creationId xmlns:a16="http://schemas.microsoft.com/office/drawing/2014/main" id="{ED5BCA4D-A8D6-C406-F6E9-836F16DD1678}"/>
              </a:ext>
            </a:extLst>
          </p:cNvPr>
          <p:cNvSpPr/>
          <p:nvPr userDrawn="1"/>
        </p:nvSpPr>
        <p:spPr bwMode="auto">
          <a:xfrm>
            <a:off x="202563" y="115888"/>
            <a:ext cx="5890302" cy="2462212"/>
          </a:xfrm>
          <a:prstGeom prst="roundRect">
            <a:avLst>
              <a:gd name="adj" fmla="val 3492"/>
            </a:avLst>
          </a:prstGeom>
          <a:noFill/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endParaRPr lang="zh-CN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8" name="圆角矩形 1">
            <a:extLst>
              <a:ext uri="{FF2B5EF4-FFF2-40B4-BE49-F238E27FC236}">
                <a16:creationId xmlns:a16="http://schemas.microsoft.com/office/drawing/2014/main" id="{C5DFE945-951E-03CC-621B-29D7E9E609C5}"/>
              </a:ext>
            </a:extLst>
          </p:cNvPr>
          <p:cNvSpPr/>
          <p:nvPr userDrawn="1"/>
        </p:nvSpPr>
        <p:spPr bwMode="auto">
          <a:xfrm>
            <a:off x="169544" y="111758"/>
            <a:ext cx="348615" cy="2456817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dirty="0">
                <a:latin typeface="JingDongLangZhengTi Semilight" panose="02000500000000000000" pitchFamily="2" charset="-122"/>
                <a:ea typeface="JingDongLangZhengTi Semilight" panose="02000500000000000000" pitchFamily="2" charset="-122"/>
              </a:rPr>
              <a:t>基础信息</a:t>
            </a:r>
          </a:p>
        </p:txBody>
      </p:sp>
      <p:cxnSp>
        <p:nvCxnSpPr>
          <p:cNvPr id="9" name="直接连接符 8">
            <a:extLst>
              <a:ext uri="{FF2B5EF4-FFF2-40B4-BE49-F238E27FC236}">
                <a16:creationId xmlns:a16="http://schemas.microsoft.com/office/drawing/2014/main" id="{AF7EA4A2-1F2B-DE35-DA66-188E2DB2568C}"/>
              </a:ext>
            </a:extLst>
          </p:cNvPr>
          <p:cNvCxnSpPr/>
          <p:nvPr userDrawn="1"/>
        </p:nvCxnSpPr>
        <p:spPr bwMode="auto">
          <a:xfrm>
            <a:off x="2516323" y="128904"/>
            <a:ext cx="0" cy="2436496"/>
          </a:xfrm>
          <a:prstGeom prst="line">
            <a:avLst/>
          </a:prstGeom>
          <a:noFill/>
          <a:ln w="635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矩形 9">
            <a:extLst>
              <a:ext uri="{FF2B5EF4-FFF2-40B4-BE49-F238E27FC236}">
                <a16:creationId xmlns:a16="http://schemas.microsoft.com/office/drawing/2014/main" id="{9665E7CC-5C6D-4E44-2BAE-962D0A03A26A}"/>
              </a:ext>
            </a:extLst>
          </p:cNvPr>
          <p:cNvSpPr/>
          <p:nvPr userDrawn="1"/>
        </p:nvSpPr>
        <p:spPr bwMode="auto">
          <a:xfrm>
            <a:off x="601344" y="525144"/>
            <a:ext cx="1815358" cy="190050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endParaRPr lang="zh-CN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11" name="圆角矩形 4">
            <a:extLst>
              <a:ext uri="{FF2B5EF4-FFF2-40B4-BE49-F238E27FC236}">
                <a16:creationId xmlns:a16="http://schemas.microsoft.com/office/drawing/2014/main" id="{97E865A9-DD46-A534-6A2C-C3422E6EC622}"/>
              </a:ext>
            </a:extLst>
          </p:cNvPr>
          <p:cNvSpPr/>
          <p:nvPr userDrawn="1"/>
        </p:nvSpPr>
        <p:spPr bwMode="auto">
          <a:xfrm>
            <a:off x="6304830" y="70102"/>
            <a:ext cx="5735997" cy="2462212"/>
          </a:xfrm>
          <a:prstGeom prst="roundRect">
            <a:avLst>
              <a:gd name="adj" fmla="val 3492"/>
            </a:avLst>
          </a:prstGeom>
          <a:noFill/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endParaRPr lang="zh-CN">
              <a:latin typeface="JingDongLangZhengTi Semilight"/>
              <a:ea typeface="JingDongLangZhengTi Semilight"/>
            </a:endParaRPr>
          </a:p>
        </p:txBody>
      </p:sp>
      <p:sp>
        <p:nvSpPr>
          <p:cNvPr id="12" name="圆角矩形 5">
            <a:extLst>
              <a:ext uri="{FF2B5EF4-FFF2-40B4-BE49-F238E27FC236}">
                <a16:creationId xmlns:a16="http://schemas.microsoft.com/office/drawing/2014/main" id="{B41F4E01-3C88-96AF-AA9F-A53C2C43E8A7}"/>
              </a:ext>
            </a:extLst>
          </p:cNvPr>
          <p:cNvSpPr/>
          <p:nvPr userDrawn="1"/>
        </p:nvSpPr>
        <p:spPr bwMode="auto">
          <a:xfrm>
            <a:off x="6295983" y="115888"/>
            <a:ext cx="348615" cy="2462212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>
                <a:latin typeface="JingDongLangZhengTi Semilight"/>
                <a:ea typeface="JingDongLangZhengTi Semilight"/>
              </a:rPr>
              <a:t>到手价</a:t>
            </a:r>
          </a:p>
        </p:txBody>
      </p:sp>
      <p:sp>
        <p:nvSpPr>
          <p:cNvPr id="13" name="圆角矩形 5">
            <a:extLst>
              <a:ext uri="{FF2B5EF4-FFF2-40B4-BE49-F238E27FC236}">
                <a16:creationId xmlns:a16="http://schemas.microsoft.com/office/drawing/2014/main" id="{BE330FA9-21EE-E7C4-FE75-AACE36224D7E}"/>
              </a:ext>
            </a:extLst>
          </p:cNvPr>
          <p:cNvSpPr/>
          <p:nvPr userDrawn="1"/>
        </p:nvSpPr>
        <p:spPr bwMode="auto">
          <a:xfrm>
            <a:off x="8246702" y="2823434"/>
            <a:ext cx="1194987" cy="293595"/>
          </a:xfrm>
          <a:prstGeom prst="roundRect">
            <a:avLst>
              <a:gd name="adj" fmla="val 16667"/>
            </a:avLst>
          </a:prstGeom>
          <a:solidFill>
            <a:srgbClr val="C00000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altLang="en-US" sz="1600" dirty="0">
                <a:latin typeface="JingDongLangZhengTi Semilight" panose="02000500000000000000" pitchFamily="2" charset="-122"/>
                <a:ea typeface="JingDongLangZhengTi Semilight" panose="02000500000000000000" pitchFamily="2" charset="-122"/>
              </a:rPr>
              <a:t>服务卖点</a:t>
            </a:r>
            <a:endParaRPr lang="zh-CN" sz="1600" dirty="0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14" name="圆角矩形 22">
            <a:extLst>
              <a:ext uri="{FF2B5EF4-FFF2-40B4-BE49-F238E27FC236}">
                <a16:creationId xmlns:a16="http://schemas.microsoft.com/office/drawing/2014/main" id="{8781918C-9BA4-5D71-7558-6858E106033A}"/>
              </a:ext>
            </a:extLst>
          </p:cNvPr>
          <p:cNvSpPr/>
          <p:nvPr userDrawn="1"/>
        </p:nvSpPr>
        <p:spPr bwMode="auto">
          <a:xfrm>
            <a:off x="4411345" y="2834640"/>
            <a:ext cx="3759200" cy="3875405"/>
          </a:xfrm>
          <a:prstGeom prst="roundRect">
            <a:avLst>
              <a:gd name="adj" fmla="val 3492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15" name="圆角矩形 23">
            <a:extLst>
              <a:ext uri="{FF2B5EF4-FFF2-40B4-BE49-F238E27FC236}">
                <a16:creationId xmlns:a16="http://schemas.microsoft.com/office/drawing/2014/main" id="{E77F4CB9-198D-6EB8-AA69-88AAB22B2143}"/>
              </a:ext>
            </a:extLst>
          </p:cNvPr>
          <p:cNvSpPr/>
          <p:nvPr userDrawn="1"/>
        </p:nvSpPr>
        <p:spPr bwMode="auto">
          <a:xfrm>
            <a:off x="8246702" y="2820713"/>
            <a:ext cx="3794125" cy="3889332"/>
          </a:xfrm>
          <a:prstGeom prst="roundRect">
            <a:avLst>
              <a:gd name="adj" fmla="val 3492"/>
            </a:avLst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>
              <a:latin typeface="JingDongLangZhengTi Semilight"/>
              <a:ea typeface="JingDongLangZhengTi Semilight"/>
            </a:endParaRPr>
          </a:p>
        </p:txBody>
      </p:sp>
      <p:pic>
        <p:nvPicPr>
          <p:cNvPr id="19" name="图片 18">
            <a:extLst>
              <a:ext uri="{FF2B5EF4-FFF2-40B4-BE49-F238E27FC236}">
                <a16:creationId xmlns:a16="http://schemas.microsoft.com/office/drawing/2014/main" id="{EE501497-550E-EB5C-2493-1C200C76D17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2376336" y="186310"/>
            <a:ext cx="3450635" cy="518205"/>
          </a:xfrm>
          <a:prstGeom prst="rect">
            <a:avLst/>
          </a:prstGeom>
        </p:spPr>
      </p:pic>
      <p:pic>
        <p:nvPicPr>
          <p:cNvPr id="20" name="图片 19">
            <a:extLst>
              <a:ext uri="{FF2B5EF4-FFF2-40B4-BE49-F238E27FC236}">
                <a16:creationId xmlns:a16="http://schemas.microsoft.com/office/drawing/2014/main" id="{9D2587C7-DB21-7CD0-8318-4DAAD24007B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18336" y="140546"/>
            <a:ext cx="3456732" cy="518205"/>
          </a:xfrm>
          <a:prstGeom prst="rect">
            <a:avLst/>
          </a:prstGeom>
        </p:spPr>
      </p:pic>
      <p:pic>
        <p:nvPicPr>
          <p:cNvPr id="21" name="图片 20">
            <a:extLst>
              <a:ext uri="{FF2B5EF4-FFF2-40B4-BE49-F238E27FC236}">
                <a16:creationId xmlns:a16="http://schemas.microsoft.com/office/drawing/2014/main" id="{D6EAA462-DEF9-0A36-998F-B4C1C893D87C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508350" y="2546455"/>
            <a:ext cx="3682303" cy="493819"/>
          </a:xfrm>
          <a:prstGeom prst="rect">
            <a:avLst/>
          </a:prstGeom>
        </p:spPr>
      </p:pic>
      <p:pic>
        <p:nvPicPr>
          <p:cNvPr id="22" name="图片 21">
            <a:extLst>
              <a:ext uri="{FF2B5EF4-FFF2-40B4-BE49-F238E27FC236}">
                <a16:creationId xmlns:a16="http://schemas.microsoft.com/office/drawing/2014/main" id="{DD1AF70B-7FF3-3901-19D5-37EDCF5B66E3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457510" y="4727742"/>
            <a:ext cx="3664014" cy="493819"/>
          </a:xfrm>
          <a:prstGeom prst="rect">
            <a:avLst/>
          </a:prstGeom>
        </p:spPr>
      </p:pic>
      <p:pic>
        <p:nvPicPr>
          <p:cNvPr id="23" name="图片 22">
            <a:extLst>
              <a:ext uri="{FF2B5EF4-FFF2-40B4-BE49-F238E27FC236}">
                <a16:creationId xmlns:a16="http://schemas.microsoft.com/office/drawing/2014/main" id="{1AC90469-B092-C1E8-054E-C91408A12557}"/>
              </a:ext>
            </a:extLst>
          </p:cNvPr>
          <p:cNvPicPr>
            <a:picLocks noChangeAspect="1"/>
          </p:cNvPicPr>
          <p:nvPr userDrawn="1"/>
        </p:nvPicPr>
        <p:blipFill>
          <a:blip r:embed="rId6"/>
          <a:stretch>
            <a:fillRect/>
          </a:stretch>
        </p:blipFill>
        <p:spPr>
          <a:xfrm>
            <a:off x="4279148" y="2425653"/>
            <a:ext cx="3627434" cy="821882"/>
          </a:xfrm>
          <a:prstGeom prst="rect">
            <a:avLst/>
          </a:prstGeom>
        </p:spPr>
      </p:pic>
      <p:pic>
        <p:nvPicPr>
          <p:cNvPr id="24" name="图片 23">
            <a:extLst>
              <a:ext uri="{FF2B5EF4-FFF2-40B4-BE49-F238E27FC236}">
                <a16:creationId xmlns:a16="http://schemas.microsoft.com/office/drawing/2014/main" id="{FBBB7B4A-F9A5-2DED-0DE0-A9FA7FA3E8F5}"/>
              </a:ext>
            </a:extLst>
          </p:cNvPr>
          <p:cNvPicPr>
            <a:picLocks noChangeAspect="1"/>
          </p:cNvPicPr>
          <p:nvPr userDrawn="1"/>
        </p:nvPicPr>
        <p:blipFill>
          <a:blip r:embed="rId7"/>
          <a:stretch>
            <a:fillRect/>
          </a:stretch>
        </p:blipFill>
        <p:spPr>
          <a:xfrm>
            <a:off x="4304495" y="4612120"/>
            <a:ext cx="3633531" cy="573074"/>
          </a:xfrm>
          <a:prstGeom prst="rect">
            <a:avLst/>
          </a:prstGeom>
        </p:spPr>
      </p:pic>
      <p:sp>
        <p:nvSpPr>
          <p:cNvPr id="25" name="文本框 24">
            <a:extLst>
              <a:ext uri="{FF2B5EF4-FFF2-40B4-BE49-F238E27FC236}">
                <a16:creationId xmlns:a16="http://schemas.microsoft.com/office/drawing/2014/main" id="{9C2027B5-7CF5-7FD8-202F-B5110521886A}"/>
              </a:ext>
            </a:extLst>
          </p:cNvPr>
          <p:cNvSpPr txBox="1"/>
          <p:nvPr userDrawn="1"/>
        </p:nvSpPr>
        <p:spPr>
          <a:xfrm>
            <a:off x="6713843" y="1143963"/>
            <a:ext cx="332708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/>
              <a:t>【</a:t>
            </a:r>
            <a:r>
              <a:rPr lang="zh-CN" altLang="en-US" dirty="0"/>
              <a:t>是否包邮</a:t>
            </a:r>
            <a:r>
              <a:rPr lang="en-US" altLang="zh-CN" dirty="0"/>
              <a:t>】</a:t>
            </a:r>
            <a:r>
              <a:rPr lang="zh-CN" altLang="en-US" dirty="0"/>
              <a:t>是</a:t>
            </a:r>
          </a:p>
        </p:txBody>
      </p:sp>
      <p:sp>
        <p:nvSpPr>
          <p:cNvPr id="26" name="price_live">
            <a:extLst>
              <a:ext uri="{FF2B5EF4-FFF2-40B4-BE49-F238E27FC236}">
                <a16:creationId xmlns:a16="http://schemas.microsoft.com/office/drawing/2014/main" id="{A285013D-456F-649E-AB4C-B9C63BF0BB41}"/>
              </a:ext>
            </a:extLst>
          </p:cNvPr>
          <p:cNvSpPr/>
          <p:nvPr userDrawn="1"/>
        </p:nvSpPr>
        <p:spPr bwMode="auto">
          <a:xfrm>
            <a:off x="6710002" y="1493022"/>
            <a:ext cx="5460999" cy="4469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【</a:t>
            </a:r>
            <a:r>
              <a:rPr lang="zh-CN" altLang="en-US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直播价</a:t>
            </a: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】</a:t>
            </a:r>
            <a:endParaRPr lang="en-US" altLang="zh-CN" b="1" u="none" strike="noStrike" cap="none" spc="0" dirty="0">
              <a:solidFill>
                <a:srgbClr val="000000"/>
              </a:solidFill>
              <a:highlight>
                <a:srgbClr val="FFFF00"/>
              </a:highlight>
              <a:latin typeface="JingDongLangZhengTi Semilight"/>
              <a:ea typeface="JingDongLangZhengTi Semilight"/>
              <a:cs typeface="Arial" panose="020B0604020202020204"/>
            </a:endParaRPr>
          </a:p>
        </p:txBody>
      </p:sp>
      <p:sp>
        <p:nvSpPr>
          <p:cNvPr id="17" name="图片占位符 16">
            <a:extLst>
              <a:ext uri="{FF2B5EF4-FFF2-40B4-BE49-F238E27FC236}">
                <a16:creationId xmlns:a16="http://schemas.microsoft.com/office/drawing/2014/main" id="{79000E65-BAB8-443B-0798-ED8537C77F45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12000" y="525144"/>
            <a:ext cx="1804702" cy="1900509"/>
          </a:xfrm>
        </p:spPr>
        <p:txBody>
          <a:bodyPr/>
          <a:lstStyle/>
          <a:p>
            <a:endParaRPr lang="zh-CN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 hasCustomPrompt="1"/>
          </p:nvPr>
        </p:nvSpPr>
        <p:spPr>
          <a:xfrm>
            <a:off x="1198800" y="914400"/>
            <a:ext cx="9799200" cy="2570400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60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198800" y="3560400"/>
            <a:ext cx="9799200" cy="1472400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2400" spc="200">
                <a:uFillTx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dirty="0"/>
              <a:t>单击此处编辑副标题</a:t>
            </a:r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608400" y="1490400"/>
            <a:ext cx="10969200" cy="47592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990800" y="3848400"/>
            <a:ext cx="7768800" cy="766800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4400"/>
            </a:lvl1pPr>
          </a:lstStyle>
          <a:p>
            <a:r>
              <a:rPr lang="zh-CN" altLang="en-US" dirty="0"/>
              <a:t>单击此处编辑标题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1990800" y="4615200"/>
            <a:ext cx="7768800" cy="867600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608400" y="1501200"/>
            <a:ext cx="5176800" cy="4748400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411600" y="1501200"/>
            <a:ext cx="5176800" cy="4748400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</p:nvPr>
        </p:nvSpPr>
        <p:spPr>
          <a:xfrm>
            <a:off x="608400" y="1429200"/>
            <a:ext cx="5342400" cy="381600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dirty="0"/>
              <a:t>单击此处编辑文本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0840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</p:nvPr>
        </p:nvSpPr>
        <p:spPr>
          <a:xfrm>
            <a:off x="6235750" y="1421729"/>
            <a:ext cx="5342400" cy="381600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20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单击此处编辑文本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235750" y="1854000"/>
            <a:ext cx="5342400" cy="4395600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608330" y="1555115"/>
            <a:ext cx="5233035" cy="4608195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6350400" y="1555200"/>
            <a:ext cx="5227200" cy="4608000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600"/>
            </a:lvl1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  <a:t>2025/12/19</a:t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</p:nvPr>
        </p:nvSpPr>
        <p:spPr>
          <a:xfrm>
            <a:off x="10234800" y="914400"/>
            <a:ext cx="1044000" cy="502920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8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914400" y="914400"/>
            <a:ext cx="9169200" cy="5029200"/>
          </a:xfrm>
        </p:spPr>
        <p:txBody>
          <a:bodyPr vert="eaVert" lIns="46800" tIns="46800" rIns="46800" bIns="46800"/>
          <a:lstStyle>
            <a:lvl1pPr marL="228600" indent="-228600">
              <a:spcAft>
                <a:spcPts val="1000"/>
              </a:spcAft>
              <a:defRPr spc="300"/>
            </a:lvl1pPr>
            <a:lvl2pPr marL="685800" indent="-228600">
              <a:defRPr spc="300"/>
            </a:lvl2pPr>
            <a:lvl3pPr marL="1143000" indent="-228600">
              <a:defRPr spc="300"/>
            </a:lvl3pPr>
            <a:lvl4pPr marL="1600200" indent="-228600">
              <a:defRPr spc="300"/>
            </a:lvl4pPr>
            <a:lvl5pPr marL="2057400" indent="-22860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</p:nvPr>
        </p:nvSpPr>
        <p:spPr>
          <a:xfrm>
            <a:off x="608400" y="774000"/>
            <a:ext cx="10972800" cy="5482800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</p:nvPr>
        </p:nvSpPr>
        <p:spPr>
          <a:xfrm>
            <a:off x="1198800" y="2484000"/>
            <a:ext cx="9799200" cy="1018800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6000"/>
            </a:lvl1pPr>
          </a:lstStyle>
          <a:p>
            <a:pPr lvl="0"/>
            <a:r>
              <a:rPr lang="zh-CN" altLang="en-US"/>
              <a:t>单击此处编辑标题</a:t>
            </a:r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</p:nvPr>
        </p:nvSpPr>
        <p:spPr>
          <a:xfrm>
            <a:off x="1198800" y="3560400"/>
            <a:ext cx="9799200" cy="471600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24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5C29224E-84C7-77E0-C883-F7B93D46AC6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33589896-4C9C-B24D-75A3-EAE138F222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65AF15C-0B88-A953-7554-DA333C2CC0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A5082CC-348A-7119-22A7-89F0566941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2100586-B10F-058B-0A17-FCBB731B16D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7192963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AF93059-3B7C-321C-8693-EE9D645EE9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1BBDD61-11D4-A9B8-D644-916E0A1234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9550E796-0C5F-F9EF-0580-F35884A779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5B73A4F-9A59-4D3E-4361-32AFFB327D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58B5DE8-A207-AF39-8BFE-34F61EBB52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851173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290DB55-A6AD-86CB-323F-969F6A5917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855AB939-0904-075A-3A75-4D7E411E9CF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D1A56926-85E2-FB0F-DF3E-F7B04179A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AB069FF0-B76A-EF6E-9894-CD3897A3A6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37EF8618-5C46-C137-9324-D604FCE69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245714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82D2923-CD44-5457-5E5C-7B907989A1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9B2378E2-8CDC-F27C-82CA-119B7D979B3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33EEB3F6-8A5B-0BE1-1378-3A0C20F9B3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B87BB1CF-5A61-1B90-95F9-EC1754A962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C82D11CC-2706-919F-5366-C99F3CDB27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9FF9D3D-6A26-2B22-2780-045E9A5F45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9877593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DD19211-2EF9-CC82-21A1-E6DA5515D4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06474DF0-B553-67CB-FC3B-6493091A2C8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FA1E1349-D207-CD30-920E-19C201E1B10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08EA9D83-2A50-3D0A-E9D7-5356D9CC06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7C46DB11-BAE1-A70A-F5B1-47E698B315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BD08B883-C07B-72A0-BB80-4B224DFC1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9DD67B5D-59E3-A883-96ED-4B0D515723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C9210313-A658-316F-0F90-0149FDF524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032373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CAEFC20-5058-E565-537C-EF0E7F3730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EFFECC35-AE29-9AC0-24DA-EF1D431E8B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9297A5E-06DA-F5F7-B579-823EDAB0BD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6A0BC774-01A0-531D-575A-0A7A6FD27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32849680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2CDC6C6E-4C6E-F3A6-FE08-C1D9A9FDD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4ADDBB-D7A1-5EF9-5566-27587D9F54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D559790A-6EEA-B6CA-093B-BA1FF8A5E1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6864911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2F0AFC6-5FA5-243F-D8DD-5FDF047DCE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C9722F37-C8C3-050A-43F0-EE745B73606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55AB8F82-8D97-7905-57F7-697873B50F3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A71EBEF4-E28A-F715-689B-67DD066AC0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D4842B3-27CF-0A72-8C76-7DF7E722E7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DEE70569-1780-5FE0-AE8F-371B72854D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172856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F43FA89-6151-ABD2-83BE-6DC0084BDC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AFAE7411-CD65-3672-F804-8882857F7A73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3F42DA0A-695C-85F6-5D1E-51FE6D41B0B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69CF1C6-FC6D-7880-E693-7F40364D8D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1367540E-5F8B-6914-470E-42B1FFAB29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15FEC15A-D4FE-FFA6-AD90-DDE731449D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8509132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EF710D4-7A2B-4217-9CE8-14FAB2C50C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0B5F7D1D-3A3A-78E8-C22D-47A600D61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BC81929-1B85-983C-FA30-1B796F845C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BB6E312-2EEB-1662-8707-697A5720C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687B8569-2808-5312-457A-D6966E8447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35342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6EECAA96-75E3-0210-EC96-1CB489786B2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8EB2742-3D3F-70ED-2CAF-DAAA9D2EBBD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5EB610C0-812C-95A1-95D7-C6C33E127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1D5188F-F67D-41D8-B379-0AD3040A58D0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76CF34EF-9C22-C660-DDB2-78660B54C6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1C025E7A-FF2C-1510-D13F-A80AE79CB2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49134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9.xml"/><Relationship Id="rId3" Type="http://schemas.openxmlformats.org/officeDocument/2006/relationships/slideLayout" Target="../slideLayouts/slideLayout14.xml"/><Relationship Id="rId7" Type="http://schemas.openxmlformats.org/officeDocument/2006/relationships/slideLayout" Target="../slideLayouts/slideLayout18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13.xml"/><Relationship Id="rId1" Type="http://schemas.openxmlformats.org/officeDocument/2006/relationships/slideLayout" Target="../slideLayouts/slideLayout12.xml"/><Relationship Id="rId6" Type="http://schemas.openxmlformats.org/officeDocument/2006/relationships/slideLayout" Target="../slideLayouts/slideLayout17.xml"/><Relationship Id="rId11" Type="http://schemas.openxmlformats.org/officeDocument/2006/relationships/slideLayout" Target="../slideLayouts/slideLayout22.xml"/><Relationship Id="rId5" Type="http://schemas.openxmlformats.org/officeDocument/2006/relationships/slideLayout" Target="../slideLayouts/slideLayout16.xml"/><Relationship Id="rId10" Type="http://schemas.openxmlformats.org/officeDocument/2006/relationships/slideLayout" Target="../slideLayouts/slideLayout21.xml"/><Relationship Id="rId4" Type="http://schemas.openxmlformats.org/officeDocument/2006/relationships/slideLayout" Target="../slideLayouts/slideLayout15.xml"/><Relationship Id="rId9" Type="http://schemas.openxmlformats.org/officeDocument/2006/relationships/slideLayout" Target="../slideLayouts/slideLayout2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608400" y="608400"/>
            <a:ext cx="10969200" cy="705600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608400" y="1490400"/>
            <a:ext cx="10969200" cy="4759200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</a:p>
          <a:p>
            <a:pPr lvl="1"/>
            <a:r>
              <a:rPr lang="zh-CN" altLang="en-US" dirty="0"/>
              <a:t>第二级</a:t>
            </a:r>
          </a:p>
          <a:p>
            <a:pPr lvl="2"/>
            <a:r>
              <a:rPr lang="zh-CN" altLang="en-US" dirty="0"/>
              <a:t>第三级</a:t>
            </a:r>
          </a:p>
          <a:p>
            <a:pPr lvl="3"/>
            <a:r>
              <a:rPr lang="zh-CN" altLang="en-US" dirty="0"/>
              <a:t>第四级</a:t>
            </a:r>
          </a:p>
          <a:p>
            <a:pPr lvl="4"/>
            <a:r>
              <a:rPr lang="zh-CN" altLang="en-US" dirty="0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6120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116000" y="6314400"/>
            <a:ext cx="396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877600" y="6314400"/>
            <a:ext cx="2700000" cy="3168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100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  <a:t>‹#›</a:t>
            </a:fld>
            <a:endParaRPr lang="zh-CN" alt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55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fontAlgn="auto" latinLnBrk="0" hangingPunct="1">
        <a:lnSpc>
          <a:spcPct val="100000"/>
        </a:lnSpc>
        <a:spcBef>
          <a:spcPct val="0"/>
        </a:spcBef>
        <a:buNone/>
        <a:defRPr sz="3600" b="1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20204"/>
        <a:buChar char="●"/>
        <a:defRPr sz="18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6858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/>
        <a:buChar char="●"/>
        <a:tabLst>
          <a:tab pos="1609725" algn="l"/>
          <a:tab pos="1609725" algn="l"/>
          <a:tab pos="1609725" algn="l"/>
          <a:tab pos="1609725" algn="l"/>
        </a:tabLst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11430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20204"/>
        <a:buChar char="●"/>
        <a:defRPr sz="16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6002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/>
        <a:buChar char="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2057400" indent="-228600" algn="l" defTabSz="9144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20204"/>
        <a:buChar char="•"/>
        <a:defRPr sz="14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0C4EDFE2-6908-41AE-6D35-419103179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790B6133-36EC-7087-BF11-C1F656A66C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EC1AAC7C-FFFA-9124-0C4B-4C71CDCDD4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D5188F-F67D-41D8-B379-0AD3040A58D0}" type="datetimeFigureOut">
              <a:rPr lang="zh-CN" altLang="en-US" smtClean="0"/>
              <a:t>2025/12/19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88674C35-67A3-A3E3-03E8-96E39A7B68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2A630A7-8E1E-FA14-F921-8DCF1355B5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EBDFF5-580F-46DD-91EF-5F95D7B67F18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14993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文本框 17"/>
          <p:cNvSpPr/>
          <p:nvPr/>
        </p:nvSpPr>
        <p:spPr bwMode="auto">
          <a:xfrm>
            <a:off x="8330606" y="3149095"/>
            <a:ext cx="3626316" cy="156376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zh-CN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1.</a:t>
            </a:r>
            <a:r>
              <a:rPr lang="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 </a:t>
            </a:r>
            <a:r>
              <a:rPr lang="zh-CN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贴心售后保障：</a:t>
            </a:r>
            <a:r>
              <a:rPr lang="zh-CN" altLang="en-US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提供掉落包赔、破损补发服务，让消费者无后顾之忧，购买和使用更放心。</a:t>
            </a:r>
          </a:p>
          <a:p>
            <a:pPr>
              <a:lnSpc>
                <a:spcPts val="3000"/>
              </a:lnSpc>
            </a:pPr>
            <a:endParaRPr lang="" altLang="en-US" sz="1200" b="1" dirty="0">
              <a:solidFill>
                <a:srgbClr val="FF0000"/>
              </a:solidFill>
              <a:latin typeface="JingDongLangZhengTi Semilight"/>
              <a:ea typeface="宋体" panose="02010600030101010101" pitchFamily="2" charset="-122"/>
              <a:cs typeface="Arial" panose="020B0604020202020204"/>
            </a:endParaRPr>
          </a:p>
        </p:txBody>
      </p:sp>
      <p:sp>
        <p:nvSpPr>
          <p:cNvPr id="13" name="product_name"/>
          <p:cNvSpPr/>
          <p:nvPr/>
        </p:nvSpPr>
        <p:spPr bwMode="auto">
          <a:xfrm>
            <a:off x="2449195" y="554083"/>
            <a:ext cx="3402589" cy="46435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ts val="2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en-US" altLang="zh-CN" dirty="0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【</a:t>
            </a:r>
            <a:r>
              <a:rPr lang="zh-CN" altLang="en-US" dirty="0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商品名称</a:t>
            </a:r>
            <a:r>
              <a:rPr lang="en-US" altLang="zh-CN" dirty="0">
                <a:latin typeface="JingDongLangZhengTi Semilight"/>
                <a:ea typeface="JingDongLangZhengTi Semilight"/>
                <a:sym typeface="+mn-ea"/>
              </a:rPr>
              <a:t>】</a:t>
            </a:r>
          </a:p>
        </p:txBody>
      </p:sp>
      <p:cxnSp>
        <p:nvCxnSpPr>
          <p:cNvPr id="17" name="直接连接符 16"/>
          <p:cNvCxnSpPr/>
          <p:nvPr/>
        </p:nvCxnSpPr>
        <p:spPr bwMode="auto">
          <a:xfrm>
            <a:off x="2516323" y="128904"/>
            <a:ext cx="0" cy="2436496"/>
          </a:xfrm>
          <a:prstGeom prst="line">
            <a:avLst/>
          </a:prstGeom>
          <a:noFill/>
          <a:ln w="635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product_image"/>
          <p:cNvSpPr/>
          <p:nvPr/>
        </p:nvSpPr>
        <p:spPr bwMode="auto">
          <a:xfrm>
            <a:off x="601344" y="525144"/>
            <a:ext cx="1815358" cy="1900509"/>
          </a:xfrm>
          <a:prstGeom prst="rect">
            <a:avLst/>
          </a:prstGeom>
          <a:noFill/>
          <a:ln w="12700" cap="flat" cmpd="sng" algn="ctr">
            <a:solidFill>
              <a:srgbClr val="C00000"/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defTabSz="91440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zh-CN" sz="1800" b="0" i="0" u="none" strike="noStrike" cap="none" spc="0">
                <a:solidFill>
                  <a:srgbClr val="FFFFFF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endParaRPr lang="zh-CN">
              <a:latin typeface="JingDongLangZhengTi Semilight" panose="02000500000000000000" pitchFamily="2" charset="-122"/>
              <a:ea typeface="JingDongLangZhengTi Semilight" panose="02000500000000000000" pitchFamily="2" charset="-122"/>
            </a:endParaRPr>
          </a:p>
        </p:txBody>
      </p:sp>
      <p:sp>
        <p:nvSpPr>
          <p:cNvPr id="167" name="price_live"/>
          <p:cNvSpPr/>
          <p:nvPr/>
        </p:nvSpPr>
        <p:spPr bwMode="auto">
          <a:xfrm>
            <a:off x="7870722" y="1544208"/>
            <a:ext cx="5460999" cy="446982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ct val="150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【</a:t>
            </a:r>
            <a:r>
              <a:rPr lang="zh-CN" altLang="en-US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直播</a:t>
            </a:r>
            <a:r>
              <a:rPr lang="zh-CN" altLang="en-US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价</a:t>
            </a:r>
            <a:r>
              <a:rPr lang="zh-CN" u="none" strike="noStrike" cap="none" spc="0" dirty="0">
                <a:solidFill>
                  <a:srgbClr val="000000"/>
                </a:solidFill>
                <a:latin typeface="JingDongLangZhengTi Semilight"/>
                <a:ea typeface="JingDongLangZhengTi Semilight"/>
                <a:cs typeface="Arial" panose="020B0604020202020204"/>
              </a:rPr>
              <a:t>】</a:t>
            </a:r>
            <a:endParaRPr lang="en-US" altLang="zh-CN" b="1" u="none" strike="noStrike" cap="none" spc="0" dirty="0">
              <a:solidFill>
                <a:srgbClr val="000000"/>
              </a:solidFill>
              <a:highlight>
                <a:srgbClr val="FFFF00"/>
              </a:highlight>
              <a:latin typeface="JingDongLangZhengTi Semilight"/>
              <a:ea typeface="JingDongLangZhengTi Semilight"/>
              <a:cs typeface="Arial" panose="020B0604020202020204"/>
            </a:endParaRPr>
          </a:p>
        </p:txBody>
      </p:sp>
      <p:sp>
        <p:nvSpPr>
          <p:cNvPr id="26" name="selling_point_3"/>
          <p:cNvSpPr/>
          <p:nvPr/>
        </p:nvSpPr>
        <p:spPr bwMode="auto">
          <a:xfrm>
            <a:off x="4361561" y="2746089"/>
            <a:ext cx="3509161" cy="567474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卖点</a:t>
            </a:r>
            <a:r>
              <a:rPr lang="en-US" altLang="zh-CN" sz="1600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3</a:t>
            </a:r>
            <a:r>
              <a:rPr lang="zh-CN" altLang="en-US" sz="1600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：</a:t>
            </a:r>
          </a:p>
        </p:txBody>
      </p:sp>
      <p:sp>
        <p:nvSpPr>
          <p:cNvPr id="4" name="selling_point_1">
            <a:extLst>
              <a:ext uri="{FF2B5EF4-FFF2-40B4-BE49-F238E27FC236}">
                <a16:creationId xmlns:a16="http://schemas.microsoft.com/office/drawing/2014/main" id="{1068761F-ABA4-4999-CC24-512DC36B1322}"/>
              </a:ext>
            </a:extLst>
          </p:cNvPr>
          <p:cNvSpPr txBox="1"/>
          <p:nvPr/>
        </p:nvSpPr>
        <p:spPr>
          <a:xfrm>
            <a:off x="561186" y="2820459"/>
            <a:ext cx="36294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卖点</a:t>
            </a:r>
            <a:r>
              <a:rPr lang="en-US" altLang="zh-CN" sz="1600" dirty="0"/>
              <a:t>1</a:t>
            </a:r>
            <a:r>
              <a:rPr lang="zh-CN" altLang="en-US" dirty="0"/>
              <a:t>：</a:t>
            </a:r>
          </a:p>
        </p:txBody>
      </p:sp>
      <p:sp>
        <p:nvSpPr>
          <p:cNvPr id="10" name="selling_point_2">
            <a:extLst>
              <a:ext uri="{FF2B5EF4-FFF2-40B4-BE49-F238E27FC236}">
                <a16:creationId xmlns:a16="http://schemas.microsoft.com/office/drawing/2014/main" id="{40ADB5FC-E2FC-2F6B-F5E3-277FC936E962}"/>
              </a:ext>
            </a:extLst>
          </p:cNvPr>
          <p:cNvSpPr txBox="1"/>
          <p:nvPr/>
        </p:nvSpPr>
        <p:spPr>
          <a:xfrm>
            <a:off x="505729" y="5015917"/>
            <a:ext cx="361416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600" dirty="0"/>
              <a:t>卖点</a:t>
            </a:r>
            <a:r>
              <a:rPr lang="en-US" altLang="zh-CN" sz="1600" dirty="0"/>
              <a:t>2</a:t>
            </a:r>
            <a:r>
              <a:rPr lang="zh-CN" altLang="en-US" sz="1600" dirty="0"/>
              <a:t>：</a:t>
            </a:r>
          </a:p>
        </p:txBody>
      </p:sp>
      <p:sp>
        <p:nvSpPr>
          <p:cNvPr id="7" name="product_sku">
            <a:extLst>
              <a:ext uri="{FF2B5EF4-FFF2-40B4-BE49-F238E27FC236}">
                <a16:creationId xmlns:a16="http://schemas.microsoft.com/office/drawing/2014/main" id="{9A87E8DA-76B7-E80C-FC6D-DFFE73F64E19}"/>
              </a:ext>
            </a:extLst>
          </p:cNvPr>
          <p:cNvSpPr/>
          <p:nvPr/>
        </p:nvSpPr>
        <p:spPr bwMode="auto">
          <a:xfrm>
            <a:off x="6575901" y="578716"/>
            <a:ext cx="3402589" cy="464358"/>
          </a:xfrm>
          <a:prstGeom prst="rect">
            <a:avLst/>
          </a:prstGeom>
          <a:noFill/>
        </p:spPr>
        <p:txBody>
          <a:bodyPr wrap="square" rtlCol="0">
            <a:noAutofit/>
          </a:bodyPr>
          <a:lstStyle/>
          <a:p>
            <a:pPr>
              <a:lnSpc>
                <a:spcPts val="2000"/>
              </a:lnSpc>
              <a:defRPr lang="zh-CN" sz="1800" b="0" i="0" u="none" strike="noStrike" cap="none" spc="0">
                <a:solidFill>
                  <a:srgbClr val="000000"/>
                </a:solidFill>
                <a:latin typeface="Arial" panose="020B0604020202020204"/>
                <a:ea typeface="微软雅黑" panose="020B0503020204020204" charset="-122"/>
                <a:cs typeface="Arial" panose="020B0604020202020204"/>
              </a:defRPr>
            </a:pPr>
            <a:r>
              <a:rPr lang="en-US" altLang="zh-CN" dirty="0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【</a:t>
            </a:r>
            <a:r>
              <a:rPr lang="en-US" altLang="zh-CN" dirty="0" err="1">
                <a:solidFill>
                  <a:srgbClr val="000000"/>
                </a:solidFill>
                <a:latin typeface="JingDongLangZhengTi Semilight"/>
                <a:ea typeface="JingDongLangZhengTi Semilight"/>
              </a:rPr>
              <a:t>sku</a:t>
            </a:r>
            <a:r>
              <a:rPr lang="en-US" altLang="zh-CN" dirty="0">
                <a:latin typeface="JingDongLangZhengTi Semilight"/>
                <a:ea typeface="JingDongLangZhengTi Semilight"/>
                <a:sym typeface="+mn-ea"/>
              </a:rPr>
              <a:t>】</a:t>
            </a:r>
          </a:p>
        </p:txBody>
      </p:sp>
      <p:sp>
        <p:nvSpPr>
          <p:cNvPr id="14" name="selling_point_4">
            <a:extLst>
              <a:ext uri="{FF2B5EF4-FFF2-40B4-BE49-F238E27FC236}">
                <a16:creationId xmlns:a16="http://schemas.microsoft.com/office/drawing/2014/main" id="{01318C31-59FB-BE3C-6C7F-89FC5845DAD6}"/>
              </a:ext>
            </a:extLst>
          </p:cNvPr>
          <p:cNvSpPr/>
          <p:nvPr/>
        </p:nvSpPr>
        <p:spPr bwMode="auto">
          <a:xfrm>
            <a:off x="4384929" y="4933249"/>
            <a:ext cx="3576465" cy="576624"/>
          </a:xfrm>
          <a:prstGeom prst="rect">
            <a:avLst/>
          </a:prstGeom>
          <a:noFill/>
        </p:spPr>
        <p:txBody>
          <a:bodyPr wrap="square" rtlCol="0" anchor="t">
            <a:noAutofit/>
          </a:bodyPr>
          <a:lstStyle/>
          <a:p>
            <a:pPr>
              <a:lnSpc>
                <a:spcPct val="150000"/>
              </a:lnSpc>
            </a:pPr>
            <a:r>
              <a:rPr lang="zh-CN" altLang="en-US" sz="1600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卖点</a:t>
            </a:r>
            <a:r>
              <a:rPr lang="en-US" altLang="zh-CN" sz="1600" b="1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4</a:t>
            </a:r>
            <a:r>
              <a:rPr lang="zh-CN" altLang="en-US" sz="1200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：</a:t>
            </a:r>
          </a:p>
        </p:txBody>
      </p:sp>
      <p:sp>
        <p:nvSpPr>
          <p:cNvPr id="15" name="文本框 17">
            <a:extLst>
              <a:ext uri="{FF2B5EF4-FFF2-40B4-BE49-F238E27FC236}">
                <a16:creationId xmlns:a16="http://schemas.microsoft.com/office/drawing/2014/main" id="{201C827D-0C95-94E1-0518-F4C3832C914A}"/>
              </a:ext>
            </a:extLst>
          </p:cNvPr>
          <p:cNvSpPr/>
          <p:nvPr/>
        </p:nvSpPr>
        <p:spPr bwMode="auto">
          <a:xfrm>
            <a:off x="8330606" y="4635936"/>
            <a:ext cx="3626316" cy="1563761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>
              <a:lnSpc>
                <a:spcPts val="3000"/>
              </a:lnSpc>
            </a:pPr>
            <a:r>
              <a:rPr lang="en-US" altLang="zh-CN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2.</a:t>
            </a:r>
            <a:r>
              <a:rPr lang="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 </a:t>
            </a:r>
            <a:r>
              <a:rPr lang="zh-CN" altLang="en-US" b="1" dirty="0">
                <a:solidFill>
                  <a:srgbClr val="FF0000"/>
                </a:solidFill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京东物流：</a:t>
            </a:r>
            <a:r>
              <a:rPr lang="zh-CN" altLang="en-US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速度快，送货上门，让消费者快速享受到产品，购买和使用更放心</a:t>
            </a:r>
            <a:r>
              <a:rPr lang="zh-CN" altLang="en-US" sz="1200" dirty="0">
                <a:solidFill/>
                <a:latin typeface="JingDongLangZhengTi Semilight"/>
                <a:ea typeface="宋体" panose="02010600030101010101" pitchFamily="2" charset="-122"/>
                <a:cs typeface="Arial" panose="020B0604020202020204"/>
              </a:rPr>
              <a:t>。</a:t>
            </a:r>
          </a:p>
          <a:p>
            <a:pPr>
              <a:lnSpc>
                <a:spcPts val="3000"/>
              </a:lnSpc>
            </a:pPr>
            <a:endParaRPr lang="" altLang="en-US" sz="1200" b="1" dirty="0">
              <a:solidFill>
                <a:srgbClr val="FF0000"/>
              </a:solidFill>
              <a:latin typeface="JingDongLangZhengTi Semilight"/>
              <a:ea typeface="宋体" panose="02010600030101010101" pitchFamily="2" charset="-122"/>
              <a:cs typeface="Arial" panose="020B0604020202020204"/>
            </a:endParaRPr>
          </a:p>
        </p:txBody>
      </p:sp>
    </p:spTree>
    <p:extLst>
      <p:ext uri="{BB962C8B-B14F-4D97-AF65-F5344CB8AC3E}">
        <p14:creationId xmlns:p14="http://schemas.microsoft.com/office/powerpoint/2010/main" val="113753067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COMMONDATA" val="eyJoZGlkIjoiYmQ3NjQxYmZmN2ZkODIxYWNiNTEzMzQyMTZmNzQ1MmMifQ=="/>
</p:tagLst>
</file>

<file path=ppt/theme/theme1.xml><?xml version="1.0" encoding="utf-8"?>
<a:theme xmlns:a="http://schemas.openxmlformats.org/drawingml/2006/main" name="Office 主题​​">
  <a:themeElements>
    <a:clrScheme name="新版空白演示配色">
      <a:dk1>
        <a:srgbClr val="000000"/>
      </a:dk1>
      <a:lt1>
        <a:srgbClr val="FFFFFF"/>
      </a:lt1>
      <a:dk2>
        <a:srgbClr val="0F1423"/>
      </a:dk2>
      <a:lt2>
        <a:srgbClr val="FFFFFF"/>
      </a:lt2>
      <a:accent1>
        <a:srgbClr val="6096E6"/>
      </a:accent1>
      <a:accent2>
        <a:srgbClr val="58B6E5"/>
      </a:accent2>
      <a:accent3>
        <a:srgbClr val="56CA95"/>
      </a:accent3>
      <a:accent4>
        <a:srgbClr val="FFBA55"/>
      </a:accent4>
      <a:accent5>
        <a:srgbClr val="F18870"/>
      </a:accent5>
      <a:accent6>
        <a:srgbClr val="EC5F74"/>
      </a:accent6>
      <a:hlink>
        <a:srgbClr val="0563C1"/>
      </a:hlink>
      <a:folHlink>
        <a:srgbClr val="954D72"/>
      </a:folHlink>
    </a:clrScheme>
    <a:fontScheme name="自定义 9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/>
            </a:gs>
            <a:gs pos="100000">
              <a:schemeClr val="phClr">
                <a:lumMod val="85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自定义设计方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304</TotalTime>
  <Words>68</Words>
  <Application>Microsoft Office PowerPoint</Application>
  <PresentationFormat>宽屏</PresentationFormat>
  <Paragraphs>10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5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1</vt:i4>
      </vt:variant>
    </vt:vector>
  </HeadingPairs>
  <TitlesOfParts>
    <vt:vector size="8" baseType="lpstr">
      <vt:lpstr>JingDongLangZhengTi Semilight</vt:lpstr>
      <vt:lpstr>等线</vt:lpstr>
      <vt:lpstr>等线 Light</vt:lpstr>
      <vt:lpstr>Arial</vt:lpstr>
      <vt:lpstr>Wingdings</vt:lpstr>
      <vt:lpstr>Office 主题​​</vt:lpstr>
      <vt:lpstr>自定义设计方案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黄韵华</dc:creator>
  <cp:lastModifiedBy>通 曹</cp:lastModifiedBy>
  <cp:revision>109</cp:revision>
  <dcterms:created xsi:type="dcterms:W3CDTF">2023-07-17T03:45:00Z</dcterms:created>
  <dcterms:modified xsi:type="dcterms:W3CDTF">2025-12-18T16:15:39Z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37261365D6454239BBA73377C7D5E972_13</vt:lpwstr>
  </property>
  <property fmtid="{D5CDD505-2E9C-101B-9397-08002B2CF9AE}" pid="3" name="KSOProductBuildVer">
    <vt:lpwstr>2052-12.1.0.20784</vt:lpwstr>
  </property>
</Properties>
</file>