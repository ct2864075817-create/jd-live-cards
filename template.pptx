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4"/>
  </p:notesMasterIdLst>
  <p:sldIdLst>
    <p:sldId id="259" r:id="rId3"/>
  </p:sldIdLst>
  <p:sldSz cx="12192000" cy="6858000"/>
  <p:notesSz cx="6858000" cy="9144000"/>
  <p:custDataLst>
    <p:tags r:id="rId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9"/>
    <p:restoredTop sz="93655" autoAdjust="0"/>
  </p:normalViewPr>
  <p:slideViewPr>
    <p:cSldViewPr snapToGrid="0">
      <p:cViewPr varScale="1">
        <p:scale>
          <a:sx n="64" d="100"/>
          <a:sy n="64" d="100"/>
        </p:scale>
        <p:origin x="732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8" d="100"/>
          <a:sy n="48" d="100"/>
        </p:scale>
        <p:origin x="2754" y="3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7944FE-0438-41E2-8D35-39AEC793BE2A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598008-CB4A-4A38-BC89-AADF8FC7BDF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598008-CB4A-4A38-BC89-AADF8FC7BDF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9056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D0599DE6-A3F3-A787-5773-1BC31067FDE1}"/>
              </a:ext>
            </a:extLst>
          </p:cNvPr>
          <p:cNvSpPr/>
          <p:nvPr userDrawn="1"/>
        </p:nvSpPr>
        <p:spPr bwMode="auto">
          <a:xfrm>
            <a:off x="563245" y="2821940"/>
            <a:ext cx="3771900" cy="3888105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8334D6E2-7FFE-56FA-1EF5-23F629A8119E}"/>
              </a:ext>
            </a:extLst>
          </p:cNvPr>
          <p:cNvSpPr/>
          <p:nvPr userDrawn="1"/>
        </p:nvSpPr>
        <p:spPr bwMode="auto">
          <a:xfrm>
            <a:off x="163830" y="2796540"/>
            <a:ext cx="348615" cy="391350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核心卖点</a:t>
            </a:r>
          </a:p>
        </p:txBody>
      </p:sp>
      <p:sp>
        <p:nvSpPr>
          <p:cNvPr id="7" name="圆角矩形 2">
            <a:extLst>
              <a:ext uri="{FF2B5EF4-FFF2-40B4-BE49-F238E27FC236}">
                <a16:creationId xmlns:a16="http://schemas.microsoft.com/office/drawing/2014/main" id="{ED5BCA4D-A8D6-C406-F6E9-836F16DD1678}"/>
              </a:ext>
            </a:extLst>
          </p:cNvPr>
          <p:cNvSpPr/>
          <p:nvPr userDrawn="1"/>
        </p:nvSpPr>
        <p:spPr bwMode="auto">
          <a:xfrm>
            <a:off x="202563" y="115888"/>
            <a:ext cx="5890302" cy="2462212"/>
          </a:xfrm>
          <a:prstGeom prst="roundRect">
            <a:avLst>
              <a:gd name="adj" fmla="val 3492"/>
            </a:avLst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8" name="圆角矩形 1">
            <a:extLst>
              <a:ext uri="{FF2B5EF4-FFF2-40B4-BE49-F238E27FC236}">
                <a16:creationId xmlns:a16="http://schemas.microsoft.com/office/drawing/2014/main" id="{C5DFE945-951E-03CC-621B-29D7E9E609C5}"/>
              </a:ext>
            </a:extLst>
          </p:cNvPr>
          <p:cNvSpPr/>
          <p:nvPr userDrawn="1"/>
        </p:nvSpPr>
        <p:spPr bwMode="auto">
          <a:xfrm>
            <a:off x="169544" y="111758"/>
            <a:ext cx="348615" cy="2456817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基础信息</a:t>
            </a: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F7EA4A2-1F2B-DE35-DA66-188E2DB2568C}"/>
              </a:ext>
            </a:extLst>
          </p:cNvPr>
          <p:cNvCxnSpPr/>
          <p:nvPr userDrawn="1"/>
        </p:nvCxnSpPr>
        <p:spPr bwMode="auto">
          <a:xfrm>
            <a:off x="2516323" y="128904"/>
            <a:ext cx="0" cy="2436496"/>
          </a:xfrm>
          <a:prstGeom prst="line">
            <a:avLst/>
          </a:prstGeom>
          <a:noFill/>
          <a:ln w="635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9665E7CC-5C6D-4E44-2BAE-962D0A03A26A}"/>
              </a:ext>
            </a:extLst>
          </p:cNvPr>
          <p:cNvSpPr/>
          <p:nvPr userDrawn="1"/>
        </p:nvSpPr>
        <p:spPr bwMode="auto">
          <a:xfrm>
            <a:off x="601344" y="525144"/>
            <a:ext cx="1815358" cy="190050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1" name="圆角矩形 4">
            <a:extLst>
              <a:ext uri="{FF2B5EF4-FFF2-40B4-BE49-F238E27FC236}">
                <a16:creationId xmlns:a16="http://schemas.microsoft.com/office/drawing/2014/main" id="{97E865A9-DD46-A534-6A2C-C3422E6EC622}"/>
              </a:ext>
            </a:extLst>
          </p:cNvPr>
          <p:cNvSpPr/>
          <p:nvPr userDrawn="1"/>
        </p:nvSpPr>
        <p:spPr bwMode="auto">
          <a:xfrm>
            <a:off x="6304830" y="70102"/>
            <a:ext cx="5735997" cy="2462212"/>
          </a:xfrm>
          <a:prstGeom prst="roundRect">
            <a:avLst>
              <a:gd name="adj" fmla="val 3492"/>
            </a:avLst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/>
              <a:ea typeface="JingDongLangZhengTi Semilight"/>
            </a:endParaRPr>
          </a:p>
        </p:txBody>
      </p:sp>
      <p:sp>
        <p:nvSpPr>
          <p:cNvPr id="12" name="圆角矩形 5">
            <a:extLst>
              <a:ext uri="{FF2B5EF4-FFF2-40B4-BE49-F238E27FC236}">
                <a16:creationId xmlns:a16="http://schemas.microsoft.com/office/drawing/2014/main" id="{B41F4E01-3C88-96AF-AA9F-A53C2C43E8A7}"/>
              </a:ext>
            </a:extLst>
          </p:cNvPr>
          <p:cNvSpPr/>
          <p:nvPr userDrawn="1"/>
        </p:nvSpPr>
        <p:spPr bwMode="auto">
          <a:xfrm>
            <a:off x="6295983" y="115888"/>
            <a:ext cx="348615" cy="2462212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>
                <a:latin typeface="JingDongLangZhengTi Semilight"/>
                <a:ea typeface="JingDongLangZhengTi Semilight"/>
              </a:rPr>
              <a:t>到手价</a:t>
            </a:r>
          </a:p>
        </p:txBody>
      </p:sp>
      <p:sp>
        <p:nvSpPr>
          <p:cNvPr id="13" name="圆角矩形 5">
            <a:extLst>
              <a:ext uri="{FF2B5EF4-FFF2-40B4-BE49-F238E27FC236}">
                <a16:creationId xmlns:a16="http://schemas.microsoft.com/office/drawing/2014/main" id="{BE330FA9-21EE-E7C4-FE75-AACE36224D7E}"/>
              </a:ext>
            </a:extLst>
          </p:cNvPr>
          <p:cNvSpPr/>
          <p:nvPr userDrawn="1"/>
        </p:nvSpPr>
        <p:spPr bwMode="auto">
          <a:xfrm>
            <a:off x="8246702" y="2823434"/>
            <a:ext cx="1194987" cy="29359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altLang="en-US" sz="1600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服务卖点</a:t>
            </a:r>
            <a:endParaRPr lang="zh-CN" sz="1600" dirty="0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4" name="圆角矩形 22">
            <a:extLst>
              <a:ext uri="{FF2B5EF4-FFF2-40B4-BE49-F238E27FC236}">
                <a16:creationId xmlns:a16="http://schemas.microsoft.com/office/drawing/2014/main" id="{8781918C-9BA4-5D71-7558-6858E106033A}"/>
              </a:ext>
            </a:extLst>
          </p:cNvPr>
          <p:cNvSpPr/>
          <p:nvPr userDrawn="1"/>
        </p:nvSpPr>
        <p:spPr bwMode="auto">
          <a:xfrm>
            <a:off x="4411345" y="2834640"/>
            <a:ext cx="3759200" cy="3875405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5" name="圆角矩形 23">
            <a:extLst>
              <a:ext uri="{FF2B5EF4-FFF2-40B4-BE49-F238E27FC236}">
                <a16:creationId xmlns:a16="http://schemas.microsoft.com/office/drawing/2014/main" id="{E77F4CB9-198D-6EB8-AA69-88AAB22B2143}"/>
              </a:ext>
            </a:extLst>
          </p:cNvPr>
          <p:cNvSpPr/>
          <p:nvPr userDrawn="1"/>
        </p:nvSpPr>
        <p:spPr bwMode="auto">
          <a:xfrm>
            <a:off x="8246702" y="2820713"/>
            <a:ext cx="3794125" cy="3889332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>
              <a:latin typeface="JingDongLangZhengTi Semilight"/>
              <a:ea typeface="JingDongLangZhengTi Semilight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EE501497-550E-EB5C-2493-1C200C76D1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76336" y="186310"/>
            <a:ext cx="3450635" cy="51820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9D2587C7-DB21-7CD0-8318-4DAAD24007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18336" y="140546"/>
            <a:ext cx="3456732" cy="51820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6EAA462-DEF9-0A36-998F-B4C1C893D8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8350" y="2546455"/>
            <a:ext cx="3682303" cy="493819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DD1AF70B-7FF3-3901-19D5-37EDCF5B66E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57510" y="4727742"/>
            <a:ext cx="3664014" cy="493819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1AC90469-B092-C1E8-054E-C91408A1255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279148" y="2425653"/>
            <a:ext cx="3627434" cy="821882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FBBB7B4A-F9A5-2DED-0DE0-A9FA7FA3E8F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304495" y="4612120"/>
            <a:ext cx="3633531" cy="573074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C2027B5-7CF5-7FD8-202F-B5110521886A}"/>
              </a:ext>
            </a:extLst>
          </p:cNvPr>
          <p:cNvSpPr txBox="1"/>
          <p:nvPr userDrawn="1"/>
        </p:nvSpPr>
        <p:spPr>
          <a:xfrm>
            <a:off x="6713843" y="1143963"/>
            <a:ext cx="332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是否包邮</a:t>
            </a:r>
            <a:r>
              <a:rPr lang="en-US" altLang="zh-CN" dirty="0"/>
              <a:t>】</a:t>
            </a:r>
            <a:r>
              <a:rPr lang="zh-CN" altLang="en-US" dirty="0"/>
              <a:t>是</a:t>
            </a:r>
          </a:p>
        </p:txBody>
      </p:sp>
      <p:sp>
        <p:nvSpPr>
          <p:cNvPr id="26" name="price_live">
            <a:extLst>
              <a:ext uri="{FF2B5EF4-FFF2-40B4-BE49-F238E27FC236}">
                <a16:creationId xmlns:a16="http://schemas.microsoft.com/office/drawing/2014/main" id="{A285013D-456F-649E-AB4C-B9C63BF0BB41}"/>
              </a:ext>
            </a:extLst>
          </p:cNvPr>
          <p:cNvSpPr/>
          <p:nvPr userDrawn="1"/>
        </p:nvSpPr>
        <p:spPr bwMode="auto">
          <a:xfrm>
            <a:off x="6710002" y="1493022"/>
            <a:ext cx="5460999" cy="4469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【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直播价</a:t>
            </a: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】</a:t>
            </a:r>
            <a:endParaRPr lang="en-US" altLang="zh-CN" b="1" u="none" strike="noStrike" cap="none" spc="0" dirty="0">
              <a:solidFill>
                <a:srgbClr val="000000"/>
              </a:solidFill>
              <a:highlight>
                <a:srgbClr val="FFFF00"/>
              </a:highlight>
              <a:latin typeface="JingDongLangZhengTi Semilight"/>
              <a:ea typeface="JingDongLangZhengTi Semilight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2025/12/13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9224E-84C7-77E0-C883-F7B93D46AC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589896-4C9C-B24D-75A3-EAE138F22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5AF15C-0B88-A953-7554-DA333C2CC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5082CC-348A-7119-22A7-89F056694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100586-B10F-058B-0A17-FCBB731B1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1929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F93059-3B7C-321C-8693-EE9D645EE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BBDD61-11D4-A9B8-D644-916E0A1234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50E796-0C5F-F9EF-0580-F35884A7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B73A4F-9A59-4D3E-4361-32AFFB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5DE8-A207-AF39-8BFE-34F61EBB5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11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90DB55-A6AD-86CB-323F-969F6A591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5AB939-0904-075A-3A75-4D7E411E9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A56926-85E2-FB0F-DF3E-F7B04179A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069FF0-B76A-EF6E-9894-CD3897A3A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EF8618-5C46-C137-9324-D604FCE6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24571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2D2923-CD44-5457-5E5C-7B907989A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2378E2-8CDC-F27C-82CA-119B7D979B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EEB3F6-8A5B-0BE1-1378-3A0C20F9B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7BB1CF-5A61-1B90-95F9-EC1754A96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2D11CC-2706-919F-5366-C99F3CDB2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FF9D3D-6A26-2B22-2780-045E9A5F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877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19211-2EF9-CC82-21A1-E6DA5515D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6474DF0-B553-67CB-FC3B-6493091A2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A1E1349-D207-CD30-920E-19C201E1B1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8EA9D83-2A50-3D0A-E9D7-5356D9CC06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C46DB11-BAE1-A70A-F5B1-47E698B315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D08B883-C07B-72A0-BB80-4B224DFC1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DD67B5D-59E3-A883-96ED-4B0D5157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9210313-A658-316F-0F90-0149FDF5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03237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AEFC20-5058-E565-537C-EF0E7F37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FFECC35-AE29-9AC0-24DA-EF1D431E8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9297A5E-06DA-F5F7-B579-823EDAB0B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A0BC774-01A0-531D-575A-0A7A6FD2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8496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CDC6C6E-4C6E-F3A6-FE08-C1D9A9FDD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4ADDBB-D7A1-5EF9-5566-27587D9F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59790A-6EEA-B6CA-093B-BA1FF8A5E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68649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0AFC6-5FA5-243F-D8DD-5FDF047DC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722F37-C8C3-050A-43F0-EE745B736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AB8F82-8D97-7905-57F7-697873B50F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71EBEF4-E28A-F715-689B-67DD066AC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4842B3-27CF-0A72-8C76-7DF7E722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E70569-1780-5FE0-AE8F-371B72854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1728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43FA89-6151-ABD2-83BE-6DC0084BD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FAE7411-CD65-3672-F804-8882857F7A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42DA0A-695C-85F6-5D1E-51FE6D41B0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9CF1C6-FC6D-7880-E693-7F40364D8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367540E-5F8B-6914-470E-42B1FFAB2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5FEC15A-D4FE-FFA6-AD90-DDE731449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85091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F710D4-7A2B-4217-9CE8-14FAB2C5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B5F7D1D-3A3A-78E8-C22D-47A600D61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C81929-1B85-983C-FA30-1B796F845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B6E312-2EEB-1662-8707-697A5720C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7B8569-2808-5312-457A-D6966E844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3534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EECAA96-75E3-0210-EC96-1CB489786B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8EB2742-3D3F-70ED-2CAF-DAAA9D2EBB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B610C0-812C-95A1-95D7-C6C33E127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6CF34EF-9C22-C660-DDB2-78660B54C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025E7A-FF2C-1510-D13F-A80AE79C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91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C4EDFE2-6908-41AE-6D35-419103179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0B6133-36EC-7087-BF11-C1F656A66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1AAC7C-FFFA-9124-0C4B-4C71CDCDD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674C35-67A3-A3E3-03E8-96E39A7B68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A630A7-8E1E-FA14-F921-8DCF1355B5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149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/>
          <p:cNvSpPr/>
          <p:nvPr/>
        </p:nvSpPr>
        <p:spPr bwMode="auto">
          <a:xfrm>
            <a:off x="8330606" y="3149095"/>
            <a:ext cx="3626316" cy="156376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1.</a:t>
            </a:r>
            <a:r>
              <a:rPr lang="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 </a:t>
            </a:r>
            <a:r>
              <a:rPr lang="zh-CN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贴心售后保障：</a:t>
            </a:r>
            <a:r>
              <a:rPr lang="zh-CN" altLang="en-US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提供掉落包赔、破损补发服务，让消费者无后顾之忧，购买和使用更放心。</a:t>
            </a:r>
          </a:p>
          <a:p>
            <a:pPr>
              <a:lnSpc>
                <a:spcPts val="3000"/>
              </a:lnSpc>
            </a:pPr>
            <a:endParaRPr lang="" altLang="en-US" sz="1200" b="1" dirty="0">
              <a:solidFill>
                <a:srgbClr val="FF0000"/>
              </a:solidFill>
              <a:latin typeface="JingDongLangZhengTi Semilight"/>
              <a:ea typeface="宋体" panose="02010600030101010101" pitchFamily="2" charset="-122"/>
              <a:cs typeface="Arial" panose="020B0604020202020204"/>
            </a:endParaRPr>
          </a:p>
        </p:txBody>
      </p:sp>
      <p:sp>
        <p:nvSpPr>
          <p:cNvPr id="13" name="product_name"/>
          <p:cNvSpPr/>
          <p:nvPr/>
        </p:nvSpPr>
        <p:spPr bwMode="auto">
          <a:xfrm>
            <a:off x="2449195" y="554083"/>
            <a:ext cx="3402589" cy="4643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ts val="2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en-US" altLang="zh-CN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【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商品名称</a:t>
            </a:r>
            <a:r>
              <a:rPr lang="en-US" altLang="zh-CN" dirty="0">
                <a:latin typeface="JingDongLangZhengTi Semilight"/>
                <a:ea typeface="JingDongLangZhengTi Semilight"/>
                <a:sym typeface="+mn-ea"/>
              </a:rPr>
              <a:t>】</a:t>
            </a:r>
          </a:p>
        </p:txBody>
      </p:sp>
      <p:cxnSp>
        <p:nvCxnSpPr>
          <p:cNvPr id="17" name="直接连接符 16"/>
          <p:cNvCxnSpPr/>
          <p:nvPr/>
        </p:nvCxnSpPr>
        <p:spPr bwMode="auto">
          <a:xfrm>
            <a:off x="2516323" y="128904"/>
            <a:ext cx="0" cy="2436496"/>
          </a:xfrm>
          <a:prstGeom prst="line">
            <a:avLst/>
          </a:prstGeom>
          <a:noFill/>
          <a:ln w="635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矩形 91"/>
          <p:cNvSpPr/>
          <p:nvPr/>
        </p:nvSpPr>
        <p:spPr bwMode="auto">
          <a:xfrm>
            <a:off x="601344" y="525144"/>
            <a:ext cx="1815358" cy="190050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67" name="price_live"/>
          <p:cNvSpPr/>
          <p:nvPr/>
        </p:nvSpPr>
        <p:spPr bwMode="auto">
          <a:xfrm>
            <a:off x="7870722" y="1544208"/>
            <a:ext cx="5460999" cy="4469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【</a:t>
            </a:r>
            <a:r>
              <a:rPr lang="zh-CN" altLang="en-US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直播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价</a:t>
            </a: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】</a:t>
            </a:r>
            <a:endParaRPr lang="en-US" altLang="zh-CN" b="1" u="none" strike="noStrike" cap="none" spc="0" dirty="0">
              <a:solidFill>
                <a:srgbClr val="000000"/>
              </a:solidFill>
              <a:highlight>
                <a:srgbClr val="FFFF00"/>
              </a:highlight>
              <a:latin typeface="JingDongLangZhengTi Semilight"/>
              <a:ea typeface="JingDongLangZhengTi Semilight"/>
              <a:cs typeface="Arial" panose="020B0604020202020204"/>
            </a:endParaRPr>
          </a:p>
        </p:txBody>
      </p:sp>
      <p:sp>
        <p:nvSpPr>
          <p:cNvPr id="26" name="selling_point_3"/>
          <p:cNvSpPr/>
          <p:nvPr/>
        </p:nvSpPr>
        <p:spPr bwMode="auto">
          <a:xfrm>
            <a:off x="4361561" y="2768724"/>
            <a:ext cx="3576465" cy="56747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卖点</a:t>
            </a:r>
            <a:r>
              <a:rPr lang="en-US" altLang="zh-CN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3</a:t>
            </a:r>
            <a:r>
              <a:rPr lang="zh-CN" altLang="en-US" sz="16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：</a:t>
            </a:r>
          </a:p>
        </p:txBody>
      </p:sp>
      <p:sp>
        <p:nvSpPr>
          <p:cNvPr id="4" name="selling_point_1">
            <a:extLst>
              <a:ext uri="{FF2B5EF4-FFF2-40B4-BE49-F238E27FC236}">
                <a16:creationId xmlns:a16="http://schemas.microsoft.com/office/drawing/2014/main" id="{1068761F-ABA4-4999-CC24-512DC36B1322}"/>
              </a:ext>
            </a:extLst>
          </p:cNvPr>
          <p:cNvSpPr txBox="1"/>
          <p:nvPr/>
        </p:nvSpPr>
        <p:spPr>
          <a:xfrm>
            <a:off x="561186" y="2820459"/>
            <a:ext cx="362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卖点</a:t>
            </a:r>
            <a:r>
              <a:rPr lang="en-US" altLang="zh-CN" sz="1600" dirty="0"/>
              <a:t>1</a:t>
            </a:r>
            <a:r>
              <a:rPr lang="zh-CN" altLang="en-US" dirty="0"/>
              <a:t>：</a:t>
            </a:r>
          </a:p>
        </p:txBody>
      </p:sp>
      <p:pic>
        <p:nvPicPr>
          <p:cNvPr id="9" name="product_image">
            <a:extLst>
              <a:ext uri="{FF2B5EF4-FFF2-40B4-BE49-F238E27FC236}">
                <a16:creationId xmlns:a16="http://schemas.microsoft.com/office/drawing/2014/main" id="{634CBC97-8FFF-4153-0363-5A33BA2226A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8643" y="522729"/>
            <a:ext cx="1868059" cy="1868059"/>
          </a:xfrm>
          <a:prstGeom prst="rect">
            <a:avLst/>
          </a:prstGeom>
        </p:spPr>
      </p:pic>
      <p:sp>
        <p:nvSpPr>
          <p:cNvPr id="10" name="selling_point_2">
            <a:extLst>
              <a:ext uri="{FF2B5EF4-FFF2-40B4-BE49-F238E27FC236}">
                <a16:creationId xmlns:a16="http://schemas.microsoft.com/office/drawing/2014/main" id="{40ADB5FC-E2FC-2F6B-F5E3-277FC936E962}"/>
              </a:ext>
            </a:extLst>
          </p:cNvPr>
          <p:cNvSpPr txBox="1"/>
          <p:nvPr/>
        </p:nvSpPr>
        <p:spPr>
          <a:xfrm>
            <a:off x="505729" y="5015917"/>
            <a:ext cx="361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卖点</a:t>
            </a:r>
            <a:r>
              <a:rPr lang="en-US" altLang="zh-CN" sz="1600" dirty="0"/>
              <a:t>2</a:t>
            </a:r>
            <a:r>
              <a:rPr lang="zh-CN" altLang="en-US" sz="1600" dirty="0"/>
              <a:t>：</a:t>
            </a:r>
          </a:p>
        </p:txBody>
      </p:sp>
      <p:sp>
        <p:nvSpPr>
          <p:cNvPr id="7" name="product_sku">
            <a:extLst>
              <a:ext uri="{FF2B5EF4-FFF2-40B4-BE49-F238E27FC236}">
                <a16:creationId xmlns:a16="http://schemas.microsoft.com/office/drawing/2014/main" id="{9A87E8DA-76B7-E80C-FC6D-DFFE73F64E19}"/>
              </a:ext>
            </a:extLst>
          </p:cNvPr>
          <p:cNvSpPr/>
          <p:nvPr/>
        </p:nvSpPr>
        <p:spPr bwMode="auto">
          <a:xfrm>
            <a:off x="6575901" y="578716"/>
            <a:ext cx="3402589" cy="4643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ts val="2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en-US" altLang="zh-CN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【</a:t>
            </a:r>
            <a:r>
              <a:rPr lang="en-US" altLang="zh-CN" dirty="0" err="1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sku</a:t>
            </a:r>
            <a:r>
              <a:rPr lang="en-US" altLang="zh-CN" dirty="0">
                <a:latin typeface="JingDongLangZhengTi Semilight"/>
                <a:ea typeface="JingDongLangZhengTi Semilight"/>
                <a:sym typeface="+mn-ea"/>
              </a:rPr>
              <a:t>】</a:t>
            </a:r>
          </a:p>
        </p:txBody>
      </p:sp>
      <p:sp>
        <p:nvSpPr>
          <p:cNvPr id="14" name="selling_point_4">
            <a:extLst>
              <a:ext uri="{FF2B5EF4-FFF2-40B4-BE49-F238E27FC236}">
                <a16:creationId xmlns:a16="http://schemas.microsoft.com/office/drawing/2014/main" id="{01318C31-59FB-BE3C-6C7F-89FC5845DAD6}"/>
              </a:ext>
            </a:extLst>
          </p:cNvPr>
          <p:cNvSpPr/>
          <p:nvPr/>
        </p:nvSpPr>
        <p:spPr bwMode="auto">
          <a:xfrm>
            <a:off x="4384929" y="4933249"/>
            <a:ext cx="3576465" cy="57662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卖点</a:t>
            </a:r>
            <a:r>
              <a:rPr lang="en-US" altLang="zh-CN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4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：</a:t>
            </a:r>
          </a:p>
        </p:txBody>
      </p:sp>
      <p:sp>
        <p:nvSpPr>
          <p:cNvPr id="15" name="文本框 17">
            <a:extLst>
              <a:ext uri="{FF2B5EF4-FFF2-40B4-BE49-F238E27FC236}">
                <a16:creationId xmlns:a16="http://schemas.microsoft.com/office/drawing/2014/main" id="{201C827D-0C95-94E1-0518-F4C3832C914A}"/>
              </a:ext>
            </a:extLst>
          </p:cNvPr>
          <p:cNvSpPr/>
          <p:nvPr/>
        </p:nvSpPr>
        <p:spPr bwMode="auto">
          <a:xfrm>
            <a:off x="8330606" y="4635936"/>
            <a:ext cx="3626316" cy="156376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2.</a:t>
            </a:r>
            <a:r>
              <a:rPr lang="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 </a:t>
            </a:r>
            <a:r>
              <a:rPr lang="zh-CN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京东物流：</a:t>
            </a:r>
            <a:r>
              <a:rPr lang="zh-CN" altLang="en-US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速度快，送货上门，让消费者快速享受到产品，购买和使用更放心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。</a:t>
            </a:r>
          </a:p>
          <a:p>
            <a:pPr>
              <a:lnSpc>
                <a:spcPts val="3000"/>
              </a:lnSpc>
            </a:pPr>
            <a:endParaRPr lang="" altLang="en-US" sz="1200" b="1" dirty="0">
              <a:solidFill>
                <a:srgbClr val="FF0000"/>
              </a:solidFill>
              <a:latin typeface="JingDongLangZhengTi Semilight"/>
              <a:ea typeface="宋体" panose="02010600030101010101" pitchFamily="2" charset="-122"/>
              <a:cs typeface="Arial" panose="020B0604020202020204"/>
            </a:endParaRP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681D2BD6-78C5-E733-40A9-7C513FA5C4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495" y="4612120"/>
            <a:ext cx="3633531" cy="573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5306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mQ3NjQxYmZmN2ZkODIxYWNiNTEzMzQyMTZmNzQ1MmM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293</TotalTime>
  <Words>68</Words>
  <Application>Microsoft Office PowerPoint</Application>
  <PresentationFormat>宽屏</PresentationFormat>
  <Paragraphs>10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JingDongLangZhengTi Semilight</vt:lpstr>
      <vt:lpstr>等线</vt:lpstr>
      <vt:lpstr>等线 Light</vt:lpstr>
      <vt:lpstr>Arial</vt:lpstr>
      <vt:lpstr>Wingdings</vt:lpstr>
      <vt:lpstr>Office 主题​​</vt:lpstr>
      <vt:lpstr>自定义设计方案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黄韵华</dc:creator>
  <cp:lastModifiedBy>caotong.888</cp:lastModifiedBy>
  <cp:revision>107</cp:revision>
  <dcterms:created xsi:type="dcterms:W3CDTF">2023-07-17T03:45:00Z</dcterms:created>
  <dcterms:modified xsi:type="dcterms:W3CDTF">2025-12-13T11:53:20Z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37261365D6454239BBA73377C7D5E972_13</vt:lpwstr>
  </property>
  <property fmtid="{D5CDD505-2E9C-101B-9397-08002B2CF9AE}" pid="3" name="KSOProductBuildVer">
    <vt:lpwstr>2052-12.1.0.20784</vt:lpwstr>
  </property>
</Properties>
</file>