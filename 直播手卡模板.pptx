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9"/>
    <p:restoredTop sz="93655" autoAdjust="0"/>
  </p:normalViewPr>
  <p:slideViewPr>
    <p:cSldViewPr snapToGrid="0">
      <p:cViewPr varScale="1">
        <p:scale>
          <a:sx n="61" d="100"/>
          <a:sy n="61" d="100"/>
        </p:scale>
        <p:origin x="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7944FE-0438-41E2-8D35-39AEC793BE2A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98008-CB4A-4A38-BC89-AADF8FC7BDF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598008-CB4A-4A38-BC89-AADF8FC7BDF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05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2025/12/10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 bwMode="auto">
          <a:xfrm>
            <a:off x="563245" y="2821940"/>
            <a:ext cx="3771900" cy="38881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6" name="圆角矩形 5"/>
          <p:cNvSpPr/>
          <p:nvPr/>
        </p:nvSpPr>
        <p:spPr bwMode="auto">
          <a:xfrm>
            <a:off x="163830" y="2796540"/>
            <a:ext cx="348615" cy="391350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核心卖点</a:t>
            </a:r>
          </a:p>
        </p:txBody>
      </p:sp>
      <p:sp>
        <p:nvSpPr>
          <p:cNvPr id="18" name="文本框 17"/>
          <p:cNvSpPr/>
          <p:nvPr/>
        </p:nvSpPr>
        <p:spPr bwMode="auto">
          <a:xfrm>
            <a:off x="8377385" y="3114308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1.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贴心售后保障：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提供掉落包赔、破损补发服务，让消费者无后顾之忧，购买和使用更放心。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sp>
        <p:nvSpPr>
          <p:cNvPr id="3" name="圆角矩形 2"/>
          <p:cNvSpPr/>
          <p:nvPr/>
        </p:nvSpPr>
        <p:spPr bwMode="auto">
          <a:xfrm>
            <a:off x="202563" y="115888"/>
            <a:ext cx="5890302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2" name="圆角矩形 1"/>
          <p:cNvSpPr/>
          <p:nvPr/>
        </p:nvSpPr>
        <p:spPr bwMode="auto">
          <a:xfrm>
            <a:off x="169544" y="111758"/>
            <a:ext cx="348615" cy="2456817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基础信息</a:t>
            </a:r>
          </a:p>
        </p:txBody>
      </p:sp>
      <p:sp>
        <p:nvSpPr>
          <p:cNvPr id="13" name="product_name"/>
          <p:cNvSpPr/>
          <p:nvPr/>
        </p:nvSpPr>
        <p:spPr bwMode="auto">
          <a:xfrm>
            <a:off x="2449195" y="554083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商品名称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sp>
        <p:nvSpPr>
          <p:cNvPr id="16" name="文本框 15"/>
          <p:cNvSpPr/>
          <p:nvPr/>
        </p:nvSpPr>
        <p:spPr bwMode="auto">
          <a:xfrm>
            <a:off x="507364" y="1593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商品图片</a:t>
            </a:r>
          </a:p>
        </p:txBody>
      </p:sp>
      <p:cxnSp>
        <p:nvCxnSpPr>
          <p:cNvPr id="17" name="直接连接符 16"/>
          <p:cNvCxnSpPr/>
          <p:nvPr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/>
          <p:cNvSpPr/>
          <p:nvPr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65" name="圆角矩形 4"/>
          <p:cNvSpPr/>
          <p:nvPr/>
        </p:nvSpPr>
        <p:spPr bwMode="auto">
          <a:xfrm>
            <a:off x="6290903" y="115888"/>
            <a:ext cx="5735997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/>
              <a:ea typeface="JingDongLangZhengTi Semilight"/>
            </a:endParaRPr>
          </a:p>
        </p:txBody>
      </p:sp>
      <p:sp>
        <p:nvSpPr>
          <p:cNvPr id="166" name="圆角矩形 5"/>
          <p:cNvSpPr/>
          <p:nvPr/>
        </p:nvSpPr>
        <p:spPr bwMode="auto">
          <a:xfrm>
            <a:off x="6295983" y="115888"/>
            <a:ext cx="348615" cy="2462212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/>
                <a:ea typeface="JingDongLangZhengTi Semilight"/>
              </a:rPr>
              <a:t>到手价</a:t>
            </a:r>
          </a:p>
        </p:txBody>
      </p:sp>
      <p:sp>
        <p:nvSpPr>
          <p:cNvPr id="167" name="price_live"/>
          <p:cNvSpPr/>
          <p:nvPr/>
        </p:nvSpPr>
        <p:spPr bwMode="auto">
          <a:xfrm>
            <a:off x="7835324" y="1483428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21" name="圆角矩形 5"/>
          <p:cNvSpPr/>
          <p:nvPr/>
        </p:nvSpPr>
        <p:spPr bwMode="auto">
          <a:xfrm>
            <a:off x="4416466" y="2833414"/>
            <a:ext cx="1194987" cy="29359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altLang="en-US" sz="1600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其他卖点</a:t>
            </a:r>
            <a:endParaRPr lang="zh-CN" sz="1600" dirty="0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22" name="圆角矩形 5"/>
          <p:cNvSpPr/>
          <p:nvPr/>
        </p:nvSpPr>
        <p:spPr bwMode="auto">
          <a:xfrm>
            <a:off x="8246702" y="2823434"/>
            <a:ext cx="1194987" cy="29359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altLang="en-US" sz="1600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服务卖点</a:t>
            </a:r>
            <a:endParaRPr lang="zh-CN" sz="1600" dirty="0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23" name="圆角矩形 22"/>
          <p:cNvSpPr/>
          <p:nvPr/>
        </p:nvSpPr>
        <p:spPr bwMode="auto">
          <a:xfrm>
            <a:off x="4411345" y="2834640"/>
            <a:ext cx="3759200" cy="38754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24" name="圆角矩形 23"/>
          <p:cNvSpPr/>
          <p:nvPr/>
        </p:nvSpPr>
        <p:spPr bwMode="auto">
          <a:xfrm>
            <a:off x="8246702" y="2820713"/>
            <a:ext cx="3794125" cy="3889332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latin typeface="JingDongLangZhengTi Semilight"/>
              <a:ea typeface="JingDongLangZhengTi Semilight"/>
            </a:endParaRPr>
          </a:p>
        </p:txBody>
      </p:sp>
      <p:sp>
        <p:nvSpPr>
          <p:cNvPr id="26" name="selling_point_3"/>
          <p:cNvSpPr/>
          <p:nvPr/>
        </p:nvSpPr>
        <p:spPr bwMode="auto">
          <a:xfrm>
            <a:off x="4431786" y="3594163"/>
            <a:ext cx="3576465" cy="56747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3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8" name="AutoShape 4"/>
          <p:cNvSpPr>
            <a:spLocks noChangeAspect="1" noChangeArrowheads="1"/>
          </p:cNvSpPr>
          <p:nvPr/>
        </p:nvSpPr>
        <p:spPr bwMode="auto">
          <a:xfrm>
            <a:off x="5943600" y="1719682"/>
            <a:ext cx="1861718" cy="1861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selling_point_1">
            <a:extLst>
              <a:ext uri="{FF2B5EF4-FFF2-40B4-BE49-F238E27FC236}">
                <a16:creationId xmlns:a16="http://schemas.microsoft.com/office/drawing/2014/main" id="{1068761F-ABA4-4999-CC24-512DC36B1322}"/>
              </a:ext>
            </a:extLst>
          </p:cNvPr>
          <p:cNvSpPr txBox="1"/>
          <p:nvPr/>
        </p:nvSpPr>
        <p:spPr>
          <a:xfrm>
            <a:off x="601344" y="3396734"/>
            <a:ext cx="362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卖点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</a:p>
        </p:txBody>
      </p:sp>
      <p:pic>
        <p:nvPicPr>
          <p:cNvPr id="9" name="product_image">
            <a:extLst>
              <a:ext uri="{FF2B5EF4-FFF2-40B4-BE49-F238E27FC236}">
                <a16:creationId xmlns:a16="http://schemas.microsoft.com/office/drawing/2014/main" id="{634CBC97-8FFF-4153-0363-5A33BA2226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8453" y="549398"/>
            <a:ext cx="1868059" cy="1868059"/>
          </a:xfrm>
          <a:prstGeom prst="rect">
            <a:avLst/>
          </a:prstGeom>
        </p:spPr>
      </p:pic>
      <p:sp>
        <p:nvSpPr>
          <p:cNvPr id="10" name="selling_point_2">
            <a:extLst>
              <a:ext uri="{FF2B5EF4-FFF2-40B4-BE49-F238E27FC236}">
                <a16:creationId xmlns:a16="http://schemas.microsoft.com/office/drawing/2014/main" id="{40ADB5FC-E2FC-2F6B-F5E3-277FC936E962}"/>
              </a:ext>
            </a:extLst>
          </p:cNvPr>
          <p:cNvSpPr txBox="1"/>
          <p:nvPr/>
        </p:nvSpPr>
        <p:spPr>
          <a:xfrm>
            <a:off x="507364" y="5159565"/>
            <a:ext cx="361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卖点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FFD0E7-A070-A149-CFF6-22CDE57CBC9B}"/>
              </a:ext>
            </a:extLst>
          </p:cNvPr>
          <p:cNvSpPr txBox="1"/>
          <p:nvPr/>
        </p:nvSpPr>
        <p:spPr>
          <a:xfrm>
            <a:off x="6713843" y="1143963"/>
            <a:ext cx="332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是否包邮</a:t>
            </a:r>
            <a:r>
              <a:rPr lang="en-US" altLang="zh-CN" dirty="0"/>
              <a:t>】</a:t>
            </a:r>
            <a:r>
              <a:rPr lang="zh-CN" altLang="en-US" dirty="0"/>
              <a:t>是</a:t>
            </a:r>
          </a:p>
        </p:txBody>
      </p:sp>
      <p:sp>
        <p:nvSpPr>
          <p:cNvPr id="7" name="product_sku">
            <a:extLst>
              <a:ext uri="{FF2B5EF4-FFF2-40B4-BE49-F238E27FC236}">
                <a16:creationId xmlns:a16="http://schemas.microsoft.com/office/drawing/2014/main" id="{9A87E8DA-76B7-E80C-FC6D-DFFE73F64E19}"/>
              </a:ext>
            </a:extLst>
          </p:cNvPr>
          <p:cNvSpPr/>
          <p:nvPr/>
        </p:nvSpPr>
        <p:spPr bwMode="auto">
          <a:xfrm>
            <a:off x="6575901" y="578716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en-US" altLang="zh-CN" dirty="0" err="1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sku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sp>
        <p:nvSpPr>
          <p:cNvPr id="12" name="price_live">
            <a:extLst>
              <a:ext uri="{FF2B5EF4-FFF2-40B4-BE49-F238E27FC236}">
                <a16:creationId xmlns:a16="http://schemas.microsoft.com/office/drawing/2014/main" id="{C61B68C0-5DE4-76B5-475E-F8FA4FD576AE}"/>
              </a:ext>
            </a:extLst>
          </p:cNvPr>
          <p:cNvSpPr/>
          <p:nvPr/>
        </p:nvSpPr>
        <p:spPr bwMode="auto">
          <a:xfrm>
            <a:off x="6710002" y="1493022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14" name="selling_point_4">
            <a:extLst>
              <a:ext uri="{FF2B5EF4-FFF2-40B4-BE49-F238E27FC236}">
                <a16:creationId xmlns:a16="http://schemas.microsoft.com/office/drawing/2014/main" id="{01318C31-59FB-BE3C-6C7F-89FC5845DAD6}"/>
              </a:ext>
            </a:extLst>
          </p:cNvPr>
          <p:cNvSpPr/>
          <p:nvPr/>
        </p:nvSpPr>
        <p:spPr bwMode="auto">
          <a:xfrm>
            <a:off x="4419049" y="5124532"/>
            <a:ext cx="3576465" cy="57662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4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15" name="文本框 17">
            <a:extLst>
              <a:ext uri="{FF2B5EF4-FFF2-40B4-BE49-F238E27FC236}">
                <a16:creationId xmlns:a16="http://schemas.microsoft.com/office/drawing/2014/main" id="{201C827D-0C95-94E1-0518-F4C3832C914A}"/>
              </a:ext>
            </a:extLst>
          </p:cNvPr>
          <p:cNvSpPr/>
          <p:nvPr/>
        </p:nvSpPr>
        <p:spPr bwMode="auto">
          <a:xfrm>
            <a:off x="8330606" y="4635936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2.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京东物流：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速度快，送货上门，让消费者快速享受到产品，购买和使用更放心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0E429291-7902-089D-85BB-6F500B51B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336" y="186310"/>
            <a:ext cx="3450635" cy="51820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1BA4CCA2-ABE7-91A6-18B6-1A8458D64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8336" y="140546"/>
            <a:ext cx="3456732" cy="51820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8626539A-F386-C474-5BA1-B3A54FFC7A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760" y="2954151"/>
            <a:ext cx="3682303" cy="493819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BD6EDF12-D39B-A5F7-BBE2-183E31A28A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510" y="4727742"/>
            <a:ext cx="3664014" cy="493819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997D6475-104E-B4E2-4E96-1F442A1825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60545" y="3133352"/>
            <a:ext cx="3627434" cy="821882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81D2BD6-78C5-E733-40A9-7C513FA5C4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5945" y="4660148"/>
            <a:ext cx="3633531" cy="57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5306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mQ3NjQxYmZmN2ZkODIxYWNiNTEzMzQyMTZmNzQ1MmM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86</Words>
  <Application>Microsoft Office PowerPoint</Application>
  <PresentationFormat>宽屏</PresentationFormat>
  <Paragraphs>18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JingDongLangZhengTi Semilight</vt:lpstr>
      <vt:lpstr>等线</vt:lpstr>
      <vt:lpstr>Arial</vt:lpstr>
      <vt:lpstr>Wingdings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黄韵华</dc:creator>
  <cp:lastModifiedBy>caotong.888</cp:lastModifiedBy>
  <cp:revision>103</cp:revision>
  <dcterms:created xsi:type="dcterms:W3CDTF">2023-07-17T03:45:00Z</dcterms:created>
  <dcterms:modified xsi:type="dcterms:W3CDTF">2025-12-10T02:16:51Z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37261365D6454239BBA73377C7D5E972_13</vt:lpwstr>
  </property>
  <property fmtid="{D5CDD505-2E9C-101B-9397-08002B2CF9AE}" pid="3" name="KSOProductBuildVer">
    <vt:lpwstr>2052-12.1.0.20784</vt:lpwstr>
  </property>
</Properties>
</file>